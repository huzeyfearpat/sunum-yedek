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DM Sans" panose="020B0604020202020204" charset="-94"/>
      <p:regular r:id="rId12"/>
    </p:embeddedFont>
    <p:embeddedFont>
      <p:font typeface="DM Sans Bold" panose="020B0604020202020204" charset="-94"/>
      <p:regular r:id="rId13"/>
    </p:embeddedFont>
    <p:embeddedFont>
      <p:font typeface="Libre Baskerville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0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7.Sınıf Tasarım ödevi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</a:t>
            </a:r>
            <a:r>
              <a:rPr lang="en-US" sz="2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biraz kısa)</a:t>
            </a:r>
            <a:endParaRPr lang="en-US" sz="2000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CBF3DEF-EE17-4824-B41F-7BA3798942A9}"/>
              </a:ext>
            </a:extLst>
          </p:cNvPr>
          <p:cNvSpPr/>
          <p:nvPr/>
        </p:nvSpPr>
        <p:spPr>
          <a:xfrm>
            <a:off x="10838329" y="6562165"/>
            <a:ext cx="1353671" cy="265708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658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Temel Kavramlar (Bilim, Teknik, İcat, Keşif)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95909"/>
            <a:ext cx="10868745" cy="4025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Buluş (İcat):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Dünyada daha önce </a:t>
            </a: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hiç var olmayan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bir şeyin, insanın zihinsel çalışması ve yaratıcılığı sonucunda ilk kez ortaya çıkarılmasıdır.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Örnek: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Edison'un ampulü icat etmesi, telefon, tekerlek.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Keşif: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Dünyada </a:t>
            </a: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zaten var olan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ama daha önce kimsenin bilmediği, fark etmediği veya bulamadığı bir şeyin ortaya çıkarılmasıdır.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Örnek: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Amerika'nın keşfi, yerçekiminin Newton tarafından keşfedilmesi.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Bilim: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Evreni, doğayı ve olayları gözlem, deney ve akıl yoluyla inceleyerek elde edilen sistemli ve güvenilir bilgiler bütünüdür.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Teknik: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Bir işi yaparken izlenen yöntem, beceri ve pratik yolların tamamıdır. Kısacası "Bir iş </a:t>
            </a: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nasıl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yapılır?" sorusunun cevabıdır.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Tasarım: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Bir ihtiyacı gidermek, bir problemi çözmek veya estetik bir amaçla zihinde planlanan şeyin projeye ve gerçeğe dönüştürülme sürecidir.</a:t>
            </a:r>
            <a:endParaRPr lang="en-US" sz="1600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8C86C6ED-B970-4C7B-8445-B0B876905704}"/>
              </a:ext>
            </a:extLst>
          </p:cNvPr>
          <p:cNvSpPr/>
          <p:nvPr/>
        </p:nvSpPr>
        <p:spPr>
          <a:xfrm>
            <a:off x="10838329" y="6562165"/>
            <a:ext cx="1353671" cy="265708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31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Teknoloji, Endüstri ve Eğitim Yaklaşımı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51831"/>
            <a:ext cx="3496877" cy="295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16624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Teknoloji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7492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Bilim ve tekniğin, insan yaşamını kolaylaştıran araç ve sistemlere dönüşmesidir.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951831"/>
            <a:ext cx="3496877" cy="29544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16624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Endüstri (Sanayi)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57492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Hammaddelerin fabrikalarda işlenerek seri üretime dönüştüğü üretim alanıdır.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1951831"/>
            <a:ext cx="3496877" cy="29544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16624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STEAM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574925"/>
            <a:ext cx="29664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cience (Fen),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echnology (Teknoloji),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ngineering (Mühendislik),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rts (Sanat) ve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athematics (Matematik) alanlarını birlikte kullanarak proje üretmeyi savunan modern eğitim yaklaşımıdır.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511889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7EDD4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386586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35513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STEAM, özellikle proje tabanlı öğrenmede öne çıkar.</a:t>
            </a:r>
            <a:endParaRPr lang="en-US" sz="145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F891534-E2D8-4F9C-99F3-83AAD0463FD1}"/>
              </a:ext>
            </a:extLst>
          </p:cNvPr>
          <p:cNvSpPr/>
          <p:nvPr/>
        </p:nvSpPr>
        <p:spPr>
          <a:xfrm>
            <a:off x="10838329" y="6562165"/>
            <a:ext cx="1353671" cy="265708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698"/>
            <a:ext cx="10868745" cy="73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Tasarımın Alt Dalları</a:t>
            </a:r>
            <a:endParaRPr lang="en-US" sz="4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4059"/>
            <a:ext cx="2977778" cy="2977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80894"/>
            <a:ext cx="3308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Grafik Tasarım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5402957"/>
            <a:ext cx="3308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Mesajları logo, afiş, renk ve tipografiyle görsel olarak anlatma işidir.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11" y="1834059"/>
            <a:ext cx="2977778" cy="2977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1515" y="5080894"/>
            <a:ext cx="3308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Endüstriyel Tasarım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391411" y="5402957"/>
            <a:ext cx="3308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 üretilecek ürünlerin işlevsel, kullanışlı ve estetik biçimde tasarlanmasıdır.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348" y="1834059"/>
            <a:ext cx="3079276" cy="30793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1348" y="5085655"/>
            <a:ext cx="342147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Çevre Tasarımı ve Mimarlık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121348" y="5504458"/>
            <a:ext cx="3421473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Yaşam alanlarını bina, sokak ve doğa ile uyumlu şekilde planlamaktır.</a:t>
            </a:r>
            <a:endParaRPr lang="en-US" sz="1400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160A7662-0098-4463-9D46-A46D725280F3}"/>
              </a:ext>
            </a:extLst>
          </p:cNvPr>
          <p:cNvSpPr/>
          <p:nvPr/>
        </p:nvSpPr>
        <p:spPr>
          <a:xfrm>
            <a:off x="10838329" y="6562165"/>
            <a:ext cx="1353671" cy="265708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946" y="5817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Geleceğin Teknolojileri ve Üretim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0541"/>
            <a:ext cx="10868745" cy="3246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Endüstri 4.0 (Dördüncü Sanayi Devrimi):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Fabrikalarda akıllı makinelerin, nesnelerin internetinin ve yapay zekanın bir arada çalıştığı, insanların çok az müdahale ettiği tam otomasyonlu </a:t>
            </a:r>
            <a:r>
              <a:rPr lang="en-US" sz="16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sistemlerdir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tr-TR" sz="16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Endüstri 5.0: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Endüstri 4.0'ın bir adım ötesidir. Makinelerin tek başına her şeyi yapmasından ziyade, </a:t>
            </a: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insan ile robotların (cobots) birlikte çalışmasını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insan odaklılığı, sürdürülebilirliği ve doğanın korunmasını </a:t>
            </a:r>
            <a:r>
              <a:rPr lang="en-US" sz="16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hedefler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tr-TR" sz="16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Yapay Zeka (AI):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 Bilgisayarların veya makinelerin insan gibi düşünme, öğrenme, karar verme, problem çözme ve hatta yaratıcı işler yapma yeteneği </a:t>
            </a:r>
            <a:r>
              <a:rPr lang="en-US" sz="16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kazanmasıdır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A3FC856A-D971-4C6C-83DE-01EA120B22A0}"/>
              </a:ext>
            </a:extLst>
          </p:cNvPr>
          <p:cNvSpPr/>
          <p:nvPr/>
        </p:nvSpPr>
        <p:spPr>
          <a:xfrm>
            <a:off x="10956478" y="6571129"/>
            <a:ext cx="1201271" cy="286871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382</Words>
  <Application>Microsoft Office PowerPoint</Application>
  <PresentationFormat>Geniş ekran</PresentationFormat>
  <Paragraphs>36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Arial</vt:lpstr>
      <vt:lpstr>Libre Baskerville</vt:lpstr>
      <vt:lpstr>Calibri</vt:lpstr>
      <vt:lpstr>DM Sans Bold</vt:lpstr>
      <vt:lpstr>DM Sans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lastModifiedBy>huzeyfe arpat</cp:lastModifiedBy>
  <cp:revision>2</cp:revision>
  <dcterms:created xsi:type="dcterms:W3CDTF">2026-10-06T14:19:38Z</dcterms:created>
  <dcterms:modified xsi:type="dcterms:W3CDTF">2026-10-06T14:26:04Z</dcterms:modified>
</cp:coreProperties>
</file>